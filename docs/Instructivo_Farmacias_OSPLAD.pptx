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15544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Sistema OSPLAD</a:t>
            </a:r>
          </a:p>
          <a:p>
            <a:pPr algn="ctr">
              <a:spcAft>
                <a:spcPts val="600"/>
              </a:spcAft>
            </a:pPr>
            <a:r>
              <a:rPr sz="2200" b="0">
                <a:solidFill>
                  <a:srgbClr val="EAE6F7"/>
                </a:solidFill>
                <a:latin typeface="Calibri"/>
              </a:rPr>
              <a:t>Instructivo para Farmacias — Gestión de pedidos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9D2F0"/>
                </a:solidFill>
                <a:latin typeface="Calibri"/>
              </a:rPr>
              <a:t>Global Médica S.A.  ·  Sistema SISCON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¿Qué vas a hacer en el sistema?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El sistema te muestra los pedidos de medicación de los afiliados de OSPLAD asignados a tu farmacia. Vos solo tenés que confirmar la entrega cuando el afiliado retira. El resto del proceso es automático.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698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834640"/>
            <a:ext cx="146304" cy="9601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44368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4BA2"/>
                </a:solidFill>
                <a:latin typeface="Calibri"/>
              </a:rPr>
              <a:t>1. Ingresás con tu usuario y contraseña.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Solo ves los pedidos de tu farmacia.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146304" cy="9601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041648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4BA2"/>
                </a:solidFill>
                <a:latin typeface="Calibri"/>
              </a:rPr>
              <a:t>2. El sistema avisa al afiliado por WhatsApp.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Cuando el pedido está en camino y cuando se entrega.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146304" cy="96012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138928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64BA2"/>
                </a:solidFill>
                <a:latin typeface="Calibri"/>
              </a:rPr>
              <a:t>3. Cuando el afiliado retira, marcás 'Entregar'.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Se genera el comprobante (PDF) para firmar.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El flujo: 3 etapas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6118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611880" cy="868680"/>
          </a:xfrm>
          <a:prstGeom prst="roundRect">
            <a:avLst/>
          </a:prstGeom>
          <a:solidFill>
            <a:srgbClr val="F0A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611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PENDIENTES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44444"/>
                </a:solidFill>
                <a:latin typeface="Calibri"/>
              </a:rPr>
              <a:t>El pedido fue habilitado.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Lo podés VER e IMPRIMIR. No hay que hacer nada todavía.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63040"/>
            <a:ext cx="36118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1463040"/>
            <a:ext cx="3611880" cy="868680"/>
          </a:xfrm>
          <a:prstGeom prst="roundRect">
            <a:avLst/>
          </a:prstGeom>
          <a:solidFill>
            <a:srgbClr val="319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63040"/>
            <a:ext cx="3611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EN TRÁNSITO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44444"/>
                </a:solidFill>
                <a:latin typeface="Calibri"/>
              </a:rPr>
              <a:t>El pedido está siendo preparado / en camino.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El afiliado ya recibió un WhatsApp. Acá vas a marcar la entrega.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463040"/>
            <a:ext cx="36118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463040"/>
            <a:ext cx="3611880" cy="86868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63040"/>
            <a:ext cx="3611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ENTREGAS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560320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44444"/>
                </a:solidFill>
                <a:latin typeface="Calibri"/>
              </a:rPr>
              <a:t>El pedido fue entregado al afiliado.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Queda registrado con la fecha. El afiliado recibe el aviso de entrega.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3108960"/>
            <a:ext cx="274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764BA2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3108960"/>
            <a:ext cx="274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764BA2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1) Ingreso al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44444"/>
                </a:solidFill>
                <a:latin typeface="Calibri"/>
              </a:rPr>
              <a:t>Entrá a la dirección del sistema y poné tu correo y contraseña.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764BA2"/>
                </a:solidFill>
                <a:latin typeface="Calibri"/>
              </a:rPr>
              <a:t>• Usuario: </a:t>
            </a:r>
            <a:r>
              <a:rPr sz="1800" b="0">
                <a:solidFill>
                  <a:srgbClr val="444444"/>
                </a:solidFill>
                <a:latin typeface="Calibri"/>
              </a:rPr>
              <a:t>el correo de tu farmacia.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764BA2"/>
                </a:solidFill>
                <a:latin typeface="Calibri"/>
              </a:rPr>
              <a:t>• Contraseña: </a:t>
            </a:r>
            <a:r>
              <a:rPr sz="1800" b="0">
                <a:solidFill>
                  <a:srgbClr val="444444"/>
                </a:solidFill>
                <a:latin typeface="Calibri"/>
              </a:rPr>
              <a:t>la que te entregamos (podés cambiarla luego).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Al ingresar verás directamente tu módulo OSPLAD, con las pestañas PENDIENTES, En tránsito y Entregas. Solo aparecen los pedidos de tu farmacia.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10698480" cy="109728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10149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56404"/>
                </a:solidFill>
                <a:latin typeface="Calibri"/>
              </a:rPr>
              <a:t>Importante: </a:t>
            </a:r>
            <a:r>
              <a:rPr sz="1600" b="0">
                <a:solidFill>
                  <a:srgbClr val="856404"/>
                </a:solidFill>
                <a:latin typeface="Calibri"/>
              </a:rPr>
              <a:t>no necesitás cargar nada. El sistema ya trae los pedidos habilitados de OSPLAD.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2) Entregar un pedido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2920" cy="50292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1732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Andá a la pestaña 'En tránsito'.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58568"/>
            <a:ext cx="502920" cy="50292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258568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Buscá al afiliado que viene a retirar (podés filtrar por nombre o DNI).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99816"/>
            <a:ext cx="502920" cy="50292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9981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99816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Tildá el/los pedidos. Si son varios del mismo afiliado y mismo remito, se entregan juntos.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41064"/>
            <a:ext cx="502920" cy="50292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4106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941064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Hacé clic en 'Entregar seleccionados' y confirmá.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82312"/>
            <a:ext cx="502920" cy="502920"/>
          </a:xfrm>
          <a:prstGeom prst="round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823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82312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Se abre el comprobante en PDF para imprimir y que el afiliado firme.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15000"/>
            <a:ext cx="10698480" cy="868680"/>
          </a:xfrm>
          <a:prstGeom prst="roundRect">
            <a:avLst/>
          </a:prstGeom>
          <a:solidFill>
            <a:srgbClr val="D4E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760720"/>
            <a:ext cx="10149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55724"/>
                </a:solidFill>
                <a:latin typeface="Calibri"/>
              </a:rPr>
              <a:t>Entrega unificada: </a:t>
            </a:r>
            <a:r>
              <a:rPr sz="1600" b="0">
                <a:solidFill>
                  <a:srgbClr val="155724"/>
                </a:solidFill>
                <a:latin typeface="Calibri"/>
              </a:rPr>
              <a:t>un mismo remito puede agrupar varios pedidos del mismo afiliado.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Avisos automáticos al afiliado (WhatsApp)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444444"/>
                </a:solidFill>
                <a:latin typeface="Calibri"/>
              </a:rPr>
              <a:t>El sistema envía los mensajes solo. La farmacia no escribe nada.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6984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146304" cy="1874519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149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8A745"/>
                </a:solidFill>
                <a:latin typeface="Calibri"/>
              </a:rPr>
              <a:t>Cuando el pedido está en proceso / camino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“Buenos días, nos contactamos desde Global Médica. Queremos informarle que su medicación está siendo procesada. Podrá retirarla por la sucursal en 96 hs (4 días hábiles).”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40"/>
            <a:ext cx="1069848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77640"/>
            <a:ext cx="146304" cy="1874519"/>
          </a:xfrm>
          <a:prstGeom prst="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14800"/>
            <a:ext cx="10149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8A745"/>
                </a:solidFill>
                <a:latin typeface="Calibri"/>
              </a:rPr>
              <a:t>Cuando marcás la entrega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444444"/>
                </a:solidFill>
                <a:latin typeface="Calibri"/>
              </a:rPr>
              <a:t>“Buenos días, nos contactamos desde Global Médica. Queremos informarle que su pedido [N°] ha sido entregado el día [fecha] en la farmacia [nombre]. ¡Muchas gracias!”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6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Comprobante de entrega (PDF)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444444"/>
                </a:solidFill>
                <a:latin typeface="Calibri"/>
              </a:rPr>
              <a:t>Al confirmar la entrega se genera un comprobante en PDF, listo para imprimir: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Nombre de la obra social (OSPLAD) y datos del afiliado.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Detalle de la medicación entregada y remito.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444444"/>
                </a:solidFill>
                <a:latin typeface="Calibri"/>
              </a:rPr>
              <a:t>• Fecha de entrega y espacio para la firma del afiliado.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444444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764BA2"/>
                </a:solidFill>
                <a:latin typeface="Calibri"/>
              </a:rPr>
              <a:t>Imprimilo, hacelo firmar y guardalo como constancia de la entrega.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764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89320"/>
            <a:ext cx="110642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¿Dudas? Comunicate con Global Médica.  ·  ¡Gracias por trabajar con nosotros!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